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4072"/>
    <p:restoredTop sz="96327"/>
  </p:normalViewPr>
  <p:slideViewPr>
    <p:cSldViewPr snapToGrid="0" snapToObjects="1">
      <p:cViewPr varScale="1">
        <p:scale>
          <a:sx n="219" d="100"/>
          <a:sy n="219" d="100"/>
        </p:scale>
        <p:origin x="232" y="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E44849-CBFE-8541-BD30-CDCD923B5E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D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B9778A-1347-6F48-B889-52B1728FCF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2AF5CB-F9AA-3F40-B934-7E82538D45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97046-B2F3-F24F-87B1-000E940C7AF6}" type="datetimeFigureOut">
              <a:rPr lang="en-DK" smtClean="0"/>
              <a:t>15/11/2020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B79B26-538C-7E46-98B2-73E97869E9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8A4211-5298-DF4F-B04F-0B92D43582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40006-6057-C447-B1B5-369C92AE9F6F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7479734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F2D30D-C8C5-1B49-9E85-7C498CF431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FA50E6-5EAB-3D49-A96F-35E2CF481A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61E12E-3254-9D49-8B30-983653F481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97046-B2F3-F24F-87B1-000E940C7AF6}" type="datetimeFigureOut">
              <a:rPr lang="en-DK" smtClean="0"/>
              <a:t>15/11/2020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0AD657-EB13-2B45-A742-C468E69BD9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FA6291-7FDD-F344-8ADF-3FEB0EA4DE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40006-6057-C447-B1B5-369C92AE9F6F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952449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1EFF49-D8DB-0E42-AA76-90A751DAE5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78296D-ACD2-434A-B8E5-F5EA53F468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4B996D-6B6B-2940-B291-4CDD3CA86E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97046-B2F3-F24F-87B1-000E940C7AF6}" type="datetimeFigureOut">
              <a:rPr lang="en-DK" smtClean="0"/>
              <a:t>15/11/2020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552A4D-BC4C-D449-9AA9-FA0DC96283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D90C84-85A5-6E43-951E-B333389535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40006-6057-C447-B1B5-369C92AE9F6F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8989985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972E43-34D5-404D-8C4C-EC2236D921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2AD025-184F-4F44-A295-CC15050F19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FF705E-52FA-CC49-9D7B-CC7F90581E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CAE95C-5B05-AA40-8F6D-A49B780257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97046-B2F3-F24F-87B1-000E940C7AF6}" type="datetimeFigureOut">
              <a:rPr lang="en-DK" smtClean="0"/>
              <a:t>15/11/2020</a:t>
            </a:fld>
            <a:endParaRPr lang="en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E624D7-F52F-7E40-9BB6-0422A44B5B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0BB6E5-093C-4D43-AB6B-5F0FCB613E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40006-6057-C447-B1B5-369C92AE9F6F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5289086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25F1DF-C669-504D-B0C5-A9F727BECA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1FA187-491D-3B46-AD9F-0858337D46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F2A72E-9A3D-4C46-87A3-47D74B11E6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158B09-576E-F642-B17C-382E512C8BB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00EF9B7-057D-DE45-B64B-94A7A24CE1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CC8B031-4D31-AC44-9B9C-7023F90C7E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97046-B2F3-F24F-87B1-000E940C7AF6}" type="datetimeFigureOut">
              <a:rPr lang="en-DK" smtClean="0"/>
              <a:t>15/11/2020</a:t>
            </a:fld>
            <a:endParaRPr lang="en-D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C1AFBEC-9E51-C444-9C33-831AD2AF9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88398EC-AB7B-5340-815C-C2518B9F85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40006-6057-C447-B1B5-369C92AE9F6F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8755117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DD3B57-FC6B-D946-93D0-A406C77B09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939D3-4A4A-8147-B7C7-917B131A96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97046-B2F3-F24F-87B1-000E940C7AF6}" type="datetimeFigureOut">
              <a:rPr lang="en-DK" smtClean="0"/>
              <a:t>15/11/2020</a:t>
            </a:fld>
            <a:endParaRPr lang="en-D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3237D8-403F-694F-BA11-EE5AE7D8FB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295FE3-C551-DA46-9894-986535B0C5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40006-6057-C447-B1B5-369C92AE9F6F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40944015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E1BF5B5-1BCD-1D48-B114-7EEBD1B4F0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97046-B2F3-F24F-87B1-000E940C7AF6}" type="datetimeFigureOut">
              <a:rPr lang="en-DK" smtClean="0"/>
              <a:t>15/11/2020</a:t>
            </a:fld>
            <a:endParaRPr lang="en-D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9D33816-9734-6F4C-8E66-9058E37508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E19172-FF08-424C-8C86-3AECB5ED5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40006-6057-C447-B1B5-369C92AE9F6F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41724026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51AFE5-061F-F443-BF6B-FD56F76650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B25F08-D768-7E44-9994-A23BA9A44E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E9F2E1-337D-EF45-A80A-8D6B8EE4E3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4E3E42-21A3-2443-AAFA-5BEFD49849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97046-B2F3-F24F-87B1-000E940C7AF6}" type="datetimeFigureOut">
              <a:rPr lang="en-DK" smtClean="0"/>
              <a:t>15/11/2020</a:t>
            </a:fld>
            <a:endParaRPr lang="en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8289E5-54C6-424C-BA96-3671EC71C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AA51E6-D4BE-3A46-8AFA-4DFF237A8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40006-6057-C447-B1B5-369C92AE9F6F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9855797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DEA466-7CD7-0B4B-BCBA-E832B50C64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D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7C95B41-8086-8044-904E-BC76BFCEDE0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D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006116-2E16-D240-8293-BCE3CA8C2E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B6A095-8B5E-BC4A-9611-AC4D246090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97046-B2F3-F24F-87B1-000E940C7AF6}" type="datetimeFigureOut">
              <a:rPr lang="en-DK" smtClean="0"/>
              <a:t>15/11/2020</a:t>
            </a:fld>
            <a:endParaRPr lang="en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757658-8BE4-5D4C-B65E-C1601B15FA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4A3AB0-37B4-DB4C-8C17-D6DC4F847F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40006-6057-C447-B1B5-369C92AE9F6F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2508096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CF513-0FE7-9E49-BBE6-8F0A17845B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46FC04-950C-204E-8B16-964558734A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569B44-795A-1643-B94D-F259C15668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97046-B2F3-F24F-87B1-000E940C7AF6}" type="datetimeFigureOut">
              <a:rPr lang="en-DK" smtClean="0"/>
              <a:t>15/11/2020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681741-C9C2-2A4E-9A53-0D4A559E93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9CCB55-71AA-B24A-A5AB-A9E1C61DD5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40006-6057-C447-B1B5-369C92AE9F6F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9268929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50425A0-D2F8-CB44-93BD-C80FD3DC27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D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0BEA54-285F-6348-83E4-1606C38239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54DCB6-F40C-F949-8437-BC5025CA0F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97046-B2F3-F24F-87B1-000E940C7AF6}" type="datetimeFigureOut">
              <a:rPr lang="en-DK" smtClean="0"/>
              <a:t>15/11/2020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3ECB3B-B6C1-454B-AE93-F5C5ACA9BB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DB3191-657E-3D49-B106-0FBC9369D1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40006-6057-C447-B1B5-369C92AE9F6F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308171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AE09CBC-6DBF-4548-BFF4-FEF70AFB00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22F220-6C60-594A-8006-F6E1AC11BB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092507-9646-5D48-972E-FE946A883E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197046-B2F3-F24F-87B1-000E940C7AF6}" type="datetimeFigureOut">
              <a:rPr lang="en-DK" smtClean="0"/>
              <a:t>15/11/2020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DBE5EE-F614-1F46-8E16-AA8AE4623F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CFC1AA-003E-1C42-945B-246DFA03E6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F40006-6057-C447-B1B5-369C92AE9F6F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8550713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hart&#10;&#10;Description automatically generated">
            <a:extLst>
              <a:ext uri="{FF2B5EF4-FFF2-40B4-BE49-F238E27FC236}">
                <a16:creationId xmlns:a16="http://schemas.microsoft.com/office/drawing/2014/main" id="{D1368CF6-4AEF-CE47-85E1-0A9395D7D2D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97261" t="14815"/>
          <a:stretch/>
        </p:blipFill>
        <p:spPr>
          <a:xfrm>
            <a:off x="8998393" y="1810934"/>
            <a:ext cx="333921" cy="1618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55721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hart&#10;&#10;Description automatically generated">
            <a:extLst>
              <a:ext uri="{FF2B5EF4-FFF2-40B4-BE49-F238E27FC236}">
                <a16:creationId xmlns:a16="http://schemas.microsoft.com/office/drawing/2014/main" id="{C9DF1B80-AA79-0745-A624-7F9188B789B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6357" r="12906"/>
          <a:stretch/>
        </p:blipFill>
        <p:spPr>
          <a:xfrm>
            <a:off x="186936" y="1089126"/>
            <a:ext cx="10228517" cy="2457814"/>
          </a:xfrm>
          <a:prstGeom prst="rect">
            <a:avLst/>
          </a:prstGeom>
        </p:spPr>
      </p:pic>
      <p:pic>
        <p:nvPicPr>
          <p:cNvPr id="4" name="Picture 3" descr="Chart&#10;&#10;Description automatically generated">
            <a:extLst>
              <a:ext uri="{FF2B5EF4-FFF2-40B4-BE49-F238E27FC236}">
                <a16:creationId xmlns:a16="http://schemas.microsoft.com/office/drawing/2014/main" id="{896FDA6B-0DEE-BD41-AD6E-357B0A9B176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97261" t="14815"/>
          <a:stretch/>
        </p:blipFill>
        <p:spPr>
          <a:xfrm>
            <a:off x="10415453" y="1256384"/>
            <a:ext cx="333921" cy="2290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2886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0</Words>
  <Application>Microsoft Macintosh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Arianna Taormina</dc:creator>
  <cp:lastModifiedBy>Arianna Taormina</cp:lastModifiedBy>
  <cp:revision>1</cp:revision>
  <dcterms:created xsi:type="dcterms:W3CDTF">2020-11-15T10:54:20Z</dcterms:created>
  <dcterms:modified xsi:type="dcterms:W3CDTF">2020-11-15T11:01:39Z</dcterms:modified>
</cp:coreProperties>
</file>